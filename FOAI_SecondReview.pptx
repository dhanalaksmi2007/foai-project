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06E93-80CB-42B2-8E1E-D72FE5CCD17C}" v="1" dt="2026-10-14T11:52:54.863"/>
    <p1510:client id="{87DA5F6F-164F-4486-A80F-27384C0CC54F}" v="97" dt="2026-10-13T13:28:47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02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alakshmi C" userId="10699540b09deac2" providerId="LiveId" clId="{6C312691-CDD2-470D-B557-BFBADC80900A}"/>
    <pc:docChg chg="modSld">
      <pc:chgData name="Dhanalakshmi C" userId="10699540b09deac2" providerId="LiveId" clId="{6C312691-CDD2-470D-B557-BFBADC80900A}" dt="2026-10-14T11:54:09.333" v="109"/>
      <pc:docMkLst>
        <pc:docMk/>
      </pc:docMkLst>
      <pc:sldChg chg="modSp mod">
        <pc:chgData name="Dhanalakshmi C" userId="10699540b09deac2" providerId="LiveId" clId="{6C312691-CDD2-470D-B557-BFBADC80900A}" dt="2026-10-14T10:32:50.109" v="105" actId="20577"/>
        <pc:sldMkLst>
          <pc:docMk/>
          <pc:sldMk cId="4233139276" sldId="256"/>
        </pc:sldMkLst>
        <pc:spChg chg="mod">
          <ac:chgData name="Dhanalakshmi C" userId="10699540b09deac2" providerId="LiveId" clId="{6C312691-CDD2-470D-B557-BFBADC80900A}" dt="2026-10-14T10:32:50.109" v="105" actId="20577"/>
          <ac:spMkLst>
            <pc:docMk/>
            <pc:sldMk cId="4233139276" sldId="256"/>
            <ac:spMk id="9" creationId="{D41A2FBB-F55B-9BAA-4EBD-7D6AD7B1D9C0}"/>
          </ac:spMkLst>
        </pc:spChg>
        <pc:spChg chg="mod">
          <ac:chgData name="Dhanalakshmi C" userId="10699540b09deac2" providerId="LiveId" clId="{6C312691-CDD2-470D-B557-BFBADC80900A}" dt="2026-10-13T13:28:19.915" v="95" actId="14100"/>
          <ac:spMkLst>
            <pc:docMk/>
            <pc:sldMk cId="4233139276" sldId="256"/>
            <ac:spMk id="10" creationId="{2D19DAE3-8F95-230C-D485-225341D07DA1}"/>
          </ac:spMkLst>
        </pc:spChg>
        <pc:spChg chg="mod">
          <ac:chgData name="Dhanalakshmi C" userId="10699540b09deac2" providerId="LiveId" clId="{6C312691-CDD2-470D-B557-BFBADC80900A}" dt="2026-10-13T13:28:47.641" v="97" actId="14100"/>
          <ac:spMkLst>
            <pc:docMk/>
            <pc:sldMk cId="4233139276" sldId="256"/>
            <ac:spMk id="11" creationId="{19A39F01-D00C-AF01-020F-6FE15F5B4206}"/>
          </ac:spMkLst>
        </pc:spChg>
      </pc:sldChg>
      <pc:sldChg chg="modSp">
        <pc:chgData name="Dhanalakshmi C" userId="10699540b09deac2" providerId="LiveId" clId="{6C312691-CDD2-470D-B557-BFBADC80900A}" dt="2026-10-13T13:13:49.112" v="75"/>
        <pc:sldMkLst>
          <pc:docMk/>
          <pc:sldMk cId="3534483171" sldId="259"/>
        </pc:sldMkLst>
        <pc:spChg chg="mod">
          <ac:chgData name="Dhanalakshmi C" userId="10699540b09deac2" providerId="LiveId" clId="{6C312691-CDD2-470D-B557-BFBADC80900A}" dt="2026-10-13T13:13:49.112" v="75"/>
          <ac:spMkLst>
            <pc:docMk/>
            <pc:sldMk cId="3534483171" sldId="259"/>
            <ac:spMk id="3" creationId="{01F36FF0-FD4A-EE78-6CA2-4ADCB6BA1B65}"/>
          </ac:spMkLst>
        </pc:spChg>
      </pc:sldChg>
      <pc:sldChg chg="addSp delSp modSp">
        <pc:chgData name="Dhanalakshmi C" userId="10699540b09deac2" providerId="LiveId" clId="{6C312691-CDD2-470D-B557-BFBADC80900A}" dt="2026-10-13T12:17:14.129" v="31" actId="767"/>
        <pc:sldMkLst>
          <pc:docMk/>
          <pc:sldMk cId="1066777925" sldId="260"/>
        </pc:sldMkLst>
        <pc:spChg chg="mod">
          <ac:chgData name="Dhanalakshmi C" userId="10699540b09deac2" providerId="LiveId" clId="{6C312691-CDD2-470D-B557-BFBADC80900A}" dt="2026-10-13T12:11:03.092" v="20"/>
          <ac:spMkLst>
            <pc:docMk/>
            <pc:sldMk cId="1066777925" sldId="260"/>
            <ac:spMk id="3" creationId="{01F36FF0-FD4A-EE78-6CA2-4ADCB6BA1B65}"/>
          </ac:spMkLst>
        </pc:spChg>
        <pc:spChg chg="add del mod">
          <ac:chgData name="Dhanalakshmi C" userId="10699540b09deac2" providerId="LiveId" clId="{6C312691-CDD2-470D-B557-BFBADC80900A}" dt="2026-10-13T12:12:20.203" v="23"/>
          <ac:spMkLst>
            <pc:docMk/>
            <pc:sldMk cId="1066777925" sldId="260"/>
            <ac:spMk id="4" creationId="{D824A077-38F9-80D5-E60F-A896E3096D34}"/>
          </ac:spMkLst>
        </pc:spChg>
        <pc:spChg chg="add mod">
          <ac:chgData name="Dhanalakshmi C" userId="10699540b09deac2" providerId="LiveId" clId="{6C312691-CDD2-470D-B557-BFBADC80900A}" dt="2026-10-13T12:12:20.203" v="22" actId="478"/>
          <ac:spMkLst>
            <pc:docMk/>
            <pc:sldMk cId="1066777925" sldId="260"/>
            <ac:spMk id="8" creationId="{32926A45-AD4B-C8D5-792E-365BD2B76B63}"/>
          </ac:spMkLst>
        </pc:spChg>
        <pc:spChg chg="add mod">
          <ac:chgData name="Dhanalakshmi C" userId="10699540b09deac2" providerId="LiveId" clId="{6C312691-CDD2-470D-B557-BFBADC80900A}" dt="2026-10-13T12:17:05.186" v="30"/>
          <ac:spMkLst>
            <pc:docMk/>
            <pc:sldMk cId="1066777925" sldId="260"/>
            <ac:spMk id="13" creationId="{C7D27D95-63F4-F31C-D155-577A6BDE8A94}"/>
          </ac:spMkLst>
        </pc:spChg>
        <pc:spChg chg="add mod">
          <ac:chgData name="Dhanalakshmi C" userId="10699540b09deac2" providerId="LiveId" clId="{6C312691-CDD2-470D-B557-BFBADC80900A}" dt="2026-10-13T12:17:14.129" v="31" actId="767"/>
          <ac:spMkLst>
            <pc:docMk/>
            <pc:sldMk cId="1066777925" sldId="260"/>
            <ac:spMk id="14" creationId="{9F2C65E9-856F-E36E-D361-E4992F2206C6}"/>
          </ac:spMkLst>
        </pc:spChg>
        <pc:picChg chg="del mod">
          <ac:chgData name="Dhanalakshmi C" userId="10699540b09deac2" providerId="LiveId" clId="{6C312691-CDD2-470D-B557-BFBADC80900A}" dt="2026-10-13T12:12:20.203" v="22" actId="478"/>
          <ac:picMkLst>
            <pc:docMk/>
            <pc:sldMk cId="1066777925" sldId="260"/>
            <ac:picMk id="7" creationId="{3CC02376-D071-6875-D274-F39DFA6EF866}"/>
          </ac:picMkLst>
        </pc:picChg>
        <pc:picChg chg="mod">
          <ac:chgData name="Dhanalakshmi C" userId="10699540b09deac2" providerId="LiveId" clId="{6C312691-CDD2-470D-B557-BFBADC80900A}" dt="2026-10-13T12:16:24.527" v="28" actId="1076"/>
          <ac:picMkLst>
            <pc:docMk/>
            <pc:sldMk cId="1066777925" sldId="260"/>
            <ac:picMk id="10" creationId="{281D4AF1-6392-41CE-8724-B6CAFD745FFC}"/>
          </ac:picMkLst>
        </pc:picChg>
      </pc:sldChg>
      <pc:sldChg chg="modSp">
        <pc:chgData name="Dhanalakshmi C" userId="10699540b09deac2" providerId="LiveId" clId="{6C312691-CDD2-470D-B557-BFBADC80900A}" dt="2026-10-13T12:33:37.078" v="40"/>
        <pc:sldMkLst>
          <pc:docMk/>
          <pc:sldMk cId="651015986" sldId="261"/>
        </pc:sldMkLst>
        <pc:spChg chg="mod">
          <ac:chgData name="Dhanalakshmi C" userId="10699540b09deac2" providerId="LiveId" clId="{6C312691-CDD2-470D-B557-BFBADC80900A}" dt="2026-10-13T12:33:37.078" v="40"/>
          <ac:spMkLst>
            <pc:docMk/>
            <pc:sldMk cId="651015986" sldId="261"/>
            <ac:spMk id="3" creationId="{01F36FF0-FD4A-EE78-6CA2-4ADCB6BA1B65}"/>
          </ac:spMkLst>
        </pc:spChg>
      </pc:sldChg>
      <pc:sldChg chg="addSp delSp modSp">
        <pc:chgData name="Dhanalakshmi C" userId="10699540b09deac2" providerId="LiveId" clId="{6C312691-CDD2-470D-B557-BFBADC80900A}" dt="2026-10-13T13:21:43.607" v="89"/>
        <pc:sldMkLst>
          <pc:docMk/>
          <pc:sldMk cId="517529961" sldId="262"/>
        </pc:sldMkLst>
        <pc:spChg chg="add del">
          <ac:chgData name="Dhanalakshmi C" userId="10699540b09deac2" providerId="LiveId" clId="{6C312691-CDD2-470D-B557-BFBADC80900A}" dt="2026-10-13T12:39:22.491" v="48"/>
          <ac:spMkLst>
            <pc:docMk/>
            <pc:sldMk cId="517529961" sldId="262"/>
            <ac:spMk id="3" creationId="{01F36FF0-FD4A-EE78-6CA2-4ADCB6BA1B65}"/>
          </ac:spMkLst>
        </pc:spChg>
        <pc:spChg chg="add mod">
          <ac:chgData name="Dhanalakshmi C" userId="10699540b09deac2" providerId="LiveId" clId="{6C312691-CDD2-470D-B557-BFBADC80900A}" dt="2026-10-13T12:39:18.996" v="44" actId="478"/>
          <ac:spMkLst>
            <pc:docMk/>
            <pc:sldMk cId="517529961" sldId="262"/>
            <ac:spMk id="5" creationId="{A2EA64CD-E564-088C-0D69-A3EA700E4478}"/>
          </ac:spMkLst>
        </pc:spChg>
        <pc:spChg chg="add del mod">
          <ac:chgData name="Dhanalakshmi C" userId="10699540b09deac2" providerId="LiveId" clId="{6C312691-CDD2-470D-B557-BFBADC80900A}" dt="2026-10-13T13:21:43.607" v="89"/>
          <ac:spMkLst>
            <pc:docMk/>
            <pc:sldMk cId="517529961" sldId="262"/>
            <ac:spMk id="10" creationId="{951945B6-B479-F7C9-9A5C-38C06231CA4F}"/>
          </ac:spMkLst>
        </pc:spChg>
        <pc:graphicFrameChg chg="mod">
          <ac:chgData name="Dhanalakshmi C" userId="10699540b09deac2" providerId="LiveId" clId="{6C312691-CDD2-470D-B557-BFBADC80900A}" dt="2026-10-13T13:21:36.692" v="87" actId="255"/>
          <ac:graphicFrameMkLst>
            <pc:docMk/>
            <pc:sldMk cId="517529961" sldId="262"/>
            <ac:graphicFrameMk id="9" creationId="{31FB8A32-7B17-801E-3467-534AE45A2147}"/>
          </ac:graphicFrameMkLst>
        </pc:graphicFrameChg>
        <pc:picChg chg="add del mod">
          <ac:chgData name="Dhanalakshmi C" userId="10699540b09deac2" providerId="LiveId" clId="{6C312691-CDD2-470D-B557-BFBADC80900A}" dt="2026-10-13T12:39:22.491" v="48"/>
          <ac:picMkLst>
            <pc:docMk/>
            <pc:sldMk cId="517529961" sldId="262"/>
            <ac:picMk id="4" creationId="{4537EE5A-31F9-939A-4DE6-8926DD5E920E}"/>
          </ac:picMkLst>
        </pc:picChg>
      </pc:sldChg>
      <pc:sldChg chg="modSp">
        <pc:chgData name="Dhanalakshmi C" userId="10699540b09deac2" providerId="LiveId" clId="{6C312691-CDD2-470D-B557-BFBADC80900A}" dt="2026-10-13T13:25:46.872" v="91"/>
        <pc:sldMkLst>
          <pc:docMk/>
          <pc:sldMk cId="4109638305" sldId="263"/>
        </pc:sldMkLst>
        <pc:spChg chg="mod">
          <ac:chgData name="Dhanalakshmi C" userId="10699540b09deac2" providerId="LiveId" clId="{6C312691-CDD2-470D-B557-BFBADC80900A}" dt="2026-10-13T13:25:46.872" v="91"/>
          <ac:spMkLst>
            <pc:docMk/>
            <pc:sldMk cId="4109638305" sldId="263"/>
            <ac:spMk id="3" creationId="{01F36FF0-FD4A-EE78-6CA2-4ADCB6BA1B65}"/>
          </ac:spMkLst>
        </pc:spChg>
      </pc:sldChg>
      <pc:sldChg chg="modSp">
        <pc:chgData name="Dhanalakshmi C" userId="10699540b09deac2" providerId="LiveId" clId="{6C312691-CDD2-470D-B557-BFBADC80900A}" dt="2026-10-13T13:05:44.646" v="73"/>
        <pc:sldMkLst>
          <pc:docMk/>
          <pc:sldMk cId="2369166275" sldId="264"/>
        </pc:sldMkLst>
        <pc:spChg chg="mod">
          <ac:chgData name="Dhanalakshmi C" userId="10699540b09deac2" providerId="LiveId" clId="{6C312691-CDD2-470D-B557-BFBADC80900A}" dt="2026-10-13T13:05:44.646" v="73"/>
          <ac:spMkLst>
            <pc:docMk/>
            <pc:sldMk cId="2369166275" sldId="264"/>
            <ac:spMk id="3" creationId="{01F36FF0-FD4A-EE78-6CA2-4ADCB6BA1B65}"/>
          </ac:spMkLst>
        </pc:spChg>
      </pc:sldChg>
      <pc:sldChg chg="modSp">
        <pc:chgData name="Dhanalakshmi C" userId="10699540b09deac2" providerId="LiveId" clId="{6C312691-CDD2-470D-B557-BFBADC80900A}" dt="2026-10-13T12:53:26.986" v="72"/>
        <pc:sldMkLst>
          <pc:docMk/>
          <pc:sldMk cId="1530162042" sldId="265"/>
        </pc:sldMkLst>
        <pc:spChg chg="mod">
          <ac:chgData name="Dhanalakshmi C" userId="10699540b09deac2" providerId="LiveId" clId="{6C312691-CDD2-470D-B557-BFBADC80900A}" dt="2026-10-13T12:53:26.986" v="72"/>
          <ac:spMkLst>
            <pc:docMk/>
            <pc:sldMk cId="1530162042" sldId="265"/>
            <ac:spMk id="3" creationId="{01F36FF0-FD4A-EE78-6CA2-4ADCB6BA1B65}"/>
          </ac:spMkLst>
        </pc:spChg>
      </pc:sldChg>
      <pc:sldChg chg="modSp">
        <pc:chgData name="Dhanalakshmi C" userId="10699540b09deac2" providerId="LiveId" clId="{6C312691-CDD2-470D-B557-BFBADC80900A}" dt="2026-10-13T13:06:25.372" v="74"/>
        <pc:sldMkLst>
          <pc:docMk/>
          <pc:sldMk cId="2946422721" sldId="266"/>
        </pc:sldMkLst>
        <pc:spChg chg="mod">
          <ac:chgData name="Dhanalakshmi C" userId="10699540b09deac2" providerId="LiveId" clId="{6C312691-CDD2-470D-B557-BFBADC80900A}" dt="2026-10-13T13:06:25.372" v="74"/>
          <ac:spMkLst>
            <pc:docMk/>
            <pc:sldMk cId="2946422721" sldId="266"/>
            <ac:spMk id="3" creationId="{01F36FF0-FD4A-EE78-6CA2-4ADCB6BA1B65}"/>
          </ac:spMkLst>
        </pc:spChg>
      </pc:sldChg>
      <pc:sldChg chg="modSp">
        <pc:chgData name="Dhanalakshmi C" userId="10699540b09deac2" providerId="LiveId" clId="{6C312691-CDD2-470D-B557-BFBADC80900A}" dt="2026-10-13T12:22:55.347" v="32"/>
        <pc:sldMkLst>
          <pc:docMk/>
          <pc:sldMk cId="2967815710" sldId="268"/>
        </pc:sldMkLst>
        <pc:spChg chg="mod">
          <ac:chgData name="Dhanalakshmi C" userId="10699540b09deac2" providerId="LiveId" clId="{6C312691-CDD2-470D-B557-BFBADC80900A}" dt="2026-10-13T12:22:55.347" v="32"/>
          <ac:spMkLst>
            <pc:docMk/>
            <pc:sldMk cId="2967815710" sldId="268"/>
            <ac:spMk id="3" creationId="{01F36FF0-FD4A-EE78-6CA2-4ADCB6BA1B65}"/>
          </ac:spMkLst>
        </pc:spChg>
      </pc:sldChg>
      <pc:sldChg chg="modSp">
        <pc:chgData name="Dhanalakshmi C" userId="10699540b09deac2" providerId="LiveId" clId="{6C312691-CDD2-470D-B557-BFBADC80900A}" dt="2026-10-13T13:22:33.632" v="90"/>
        <pc:sldMkLst>
          <pc:docMk/>
          <pc:sldMk cId="4168195336" sldId="269"/>
        </pc:sldMkLst>
        <pc:spChg chg="mod">
          <ac:chgData name="Dhanalakshmi C" userId="10699540b09deac2" providerId="LiveId" clId="{6C312691-CDD2-470D-B557-BFBADC80900A}" dt="2026-10-13T13:22:33.632" v="90"/>
          <ac:spMkLst>
            <pc:docMk/>
            <pc:sldMk cId="4168195336" sldId="269"/>
            <ac:spMk id="3" creationId="{01F36FF0-FD4A-EE78-6CA2-4ADCB6BA1B65}"/>
          </ac:spMkLst>
        </pc:spChg>
      </pc:sldChg>
      <pc:sldChg chg="addSp delSp modSp">
        <pc:chgData name="Dhanalakshmi C" userId="10699540b09deac2" providerId="LiveId" clId="{6C312691-CDD2-470D-B557-BFBADC80900A}" dt="2026-10-13T12:48:02.720" v="69" actId="767"/>
        <pc:sldMkLst>
          <pc:docMk/>
          <pc:sldMk cId="2257265004" sldId="270"/>
        </pc:sldMkLst>
        <pc:spChg chg="del">
          <ac:chgData name="Dhanalakshmi C" userId="10699540b09deac2" providerId="LiveId" clId="{6C312691-CDD2-470D-B557-BFBADC80900A}" dt="2026-10-13T12:41:53.622" v="49" actId="931"/>
          <ac:spMkLst>
            <pc:docMk/>
            <pc:sldMk cId="2257265004" sldId="270"/>
            <ac:spMk id="3" creationId="{59A6B9F7-E796-4F54-83AC-54CFC2ABC99E}"/>
          </ac:spMkLst>
        </pc:spChg>
        <pc:spChg chg="add del mod">
          <ac:chgData name="Dhanalakshmi C" userId="10699540b09deac2" providerId="LiveId" clId="{6C312691-CDD2-470D-B557-BFBADC80900A}" dt="2026-10-13T12:42:23.117" v="54" actId="931"/>
          <ac:spMkLst>
            <pc:docMk/>
            <pc:sldMk cId="2257265004" sldId="270"/>
            <ac:spMk id="9" creationId="{313EB153-FC30-145A-BF67-9EA6FE3CF07D}"/>
          </ac:spMkLst>
        </pc:spChg>
        <pc:spChg chg="add del mod">
          <ac:chgData name="Dhanalakshmi C" userId="10699540b09deac2" providerId="LiveId" clId="{6C312691-CDD2-470D-B557-BFBADC80900A}" dt="2026-10-13T12:44:40.341" v="64"/>
          <ac:spMkLst>
            <pc:docMk/>
            <pc:sldMk cId="2257265004" sldId="270"/>
            <ac:spMk id="14" creationId="{B4C887CD-86AF-9BF9-526B-43FACEACCA9D}"/>
          </ac:spMkLst>
        </pc:spChg>
        <pc:spChg chg="add mod">
          <ac:chgData name="Dhanalakshmi C" userId="10699540b09deac2" providerId="LiveId" clId="{6C312691-CDD2-470D-B557-BFBADC80900A}" dt="2026-10-13T12:44:43.075" v="65" actId="767"/>
          <ac:spMkLst>
            <pc:docMk/>
            <pc:sldMk cId="2257265004" sldId="270"/>
            <ac:spMk id="15" creationId="{0C55AD76-A67B-A3DB-597C-6B02479BC5F7}"/>
          </ac:spMkLst>
        </pc:spChg>
        <pc:spChg chg="add mod">
          <ac:chgData name="Dhanalakshmi C" userId="10699540b09deac2" providerId="LiveId" clId="{6C312691-CDD2-470D-B557-BFBADC80900A}" dt="2026-10-13T12:46:08.839" v="66" actId="767"/>
          <ac:spMkLst>
            <pc:docMk/>
            <pc:sldMk cId="2257265004" sldId="270"/>
            <ac:spMk id="18" creationId="{29D38873-9F19-6528-544B-2E7FC14BD485}"/>
          </ac:spMkLst>
        </pc:spChg>
        <pc:spChg chg="add del mod">
          <ac:chgData name="Dhanalakshmi C" userId="10699540b09deac2" providerId="LiveId" clId="{6C312691-CDD2-470D-B557-BFBADC80900A}" dt="2026-10-13T12:47:40.049" v="68"/>
          <ac:spMkLst>
            <pc:docMk/>
            <pc:sldMk cId="2257265004" sldId="270"/>
            <ac:spMk id="19" creationId="{16A6BE72-E2FA-185A-1606-28C28559BE1A}"/>
          </ac:spMkLst>
        </pc:spChg>
        <pc:spChg chg="add mod">
          <ac:chgData name="Dhanalakshmi C" userId="10699540b09deac2" providerId="LiveId" clId="{6C312691-CDD2-470D-B557-BFBADC80900A}" dt="2026-10-13T12:48:02.720" v="69" actId="767"/>
          <ac:spMkLst>
            <pc:docMk/>
            <pc:sldMk cId="2257265004" sldId="270"/>
            <ac:spMk id="22" creationId="{DF1C6AAA-29A8-F2AC-E71C-47E624774E69}"/>
          </ac:spMkLst>
        </pc:spChg>
        <pc:picChg chg="add del mod">
          <ac:chgData name="Dhanalakshmi C" userId="10699540b09deac2" providerId="LiveId" clId="{6C312691-CDD2-470D-B557-BFBADC80900A}" dt="2026-10-13T12:42:12.811" v="53" actId="478"/>
          <ac:picMkLst>
            <pc:docMk/>
            <pc:sldMk cId="2257265004" sldId="270"/>
            <ac:picMk id="8" creationId="{E74F580A-4205-F7D1-C30C-C0A79412357F}"/>
          </ac:picMkLst>
        </pc:picChg>
        <pc:picChg chg="add mod">
          <ac:chgData name="Dhanalakshmi C" userId="10699540b09deac2" providerId="LiveId" clId="{6C312691-CDD2-470D-B557-BFBADC80900A}" dt="2026-10-13T12:43:01.325" v="62" actId="1076"/>
          <ac:picMkLst>
            <pc:docMk/>
            <pc:sldMk cId="2257265004" sldId="270"/>
            <ac:picMk id="11" creationId="{FC419B32-187D-8E97-FE20-C9E40FC7C168}"/>
          </ac:picMkLst>
        </pc:picChg>
      </pc:sldChg>
      <pc:sldChg chg="modSp mod">
        <pc:chgData name="Dhanalakshmi C" userId="10699540b09deac2" providerId="LiveId" clId="{6C312691-CDD2-470D-B557-BFBADC80900A}" dt="2026-10-14T11:44:31.953" v="106" actId="14734"/>
        <pc:sldMkLst>
          <pc:docMk/>
          <pc:sldMk cId="2440445193" sldId="271"/>
        </pc:sldMkLst>
        <pc:graphicFrameChg chg="mod modGraphic">
          <ac:chgData name="Dhanalakshmi C" userId="10699540b09deac2" providerId="LiveId" clId="{6C312691-CDD2-470D-B557-BFBADC80900A}" dt="2026-10-14T11:44:31.953" v="106" actId="14734"/>
          <ac:graphicFrameMkLst>
            <pc:docMk/>
            <pc:sldMk cId="2440445193" sldId="271"/>
            <ac:graphicFrameMk id="5" creationId="{AD7E4B40-F95E-47F4-B92E-06AFA2A015FC}"/>
          </ac:graphicFrameMkLst>
        </pc:graphicFrameChg>
      </pc:sldChg>
      <pc:sldChg chg="modSp">
        <pc:chgData name="Dhanalakshmi C" userId="10699540b09deac2" providerId="LiveId" clId="{6C312691-CDD2-470D-B557-BFBADC80900A}" dt="2026-10-13T12:00:46.779" v="17"/>
        <pc:sldMkLst>
          <pc:docMk/>
          <pc:sldMk cId="463150849" sldId="272"/>
        </pc:sldMkLst>
        <pc:spChg chg="mod">
          <ac:chgData name="Dhanalakshmi C" userId="10699540b09deac2" providerId="LiveId" clId="{6C312691-CDD2-470D-B557-BFBADC80900A}" dt="2026-10-13T11:56:24.045" v="13"/>
          <ac:spMkLst>
            <pc:docMk/>
            <pc:sldMk cId="463150849" sldId="272"/>
            <ac:spMk id="20" creationId="{F4FE7899-24E6-401C-9D46-CFAA1E243809}"/>
          </ac:spMkLst>
        </pc:spChg>
        <pc:spChg chg="mod">
          <ac:chgData name="Dhanalakshmi C" userId="10699540b09deac2" providerId="LiveId" clId="{6C312691-CDD2-470D-B557-BFBADC80900A}" dt="2026-10-13T11:57:28.870" v="14"/>
          <ac:spMkLst>
            <pc:docMk/>
            <pc:sldMk cId="463150849" sldId="272"/>
            <ac:spMk id="21" creationId="{FF66DAF5-0B91-4093-BD89-5CE7615E431A}"/>
          </ac:spMkLst>
        </pc:spChg>
        <pc:spChg chg="mod">
          <ac:chgData name="Dhanalakshmi C" userId="10699540b09deac2" providerId="LiveId" clId="{6C312691-CDD2-470D-B557-BFBADC80900A}" dt="2026-10-13T11:58:58.951" v="15"/>
          <ac:spMkLst>
            <pc:docMk/>
            <pc:sldMk cId="463150849" sldId="272"/>
            <ac:spMk id="22" creationId="{85599EEB-0FFB-4C94-AB5E-41D5A47FE9B6}"/>
          </ac:spMkLst>
        </pc:spChg>
        <pc:spChg chg="mod">
          <ac:chgData name="Dhanalakshmi C" userId="10699540b09deac2" providerId="LiveId" clId="{6C312691-CDD2-470D-B557-BFBADC80900A}" dt="2026-10-13T12:00:46.779" v="17"/>
          <ac:spMkLst>
            <pc:docMk/>
            <pc:sldMk cId="463150849" sldId="272"/>
            <ac:spMk id="24" creationId="{C31116F3-B074-468F-82D6-F9C068878439}"/>
          </ac:spMkLst>
        </pc:spChg>
      </pc:sldChg>
      <pc:sldChg chg="modSp">
        <pc:chgData name="Dhanalakshmi C" userId="10699540b09deac2" providerId="LiveId" clId="{6C312691-CDD2-470D-B557-BFBADC80900A}" dt="2026-10-13T12:04:45.806" v="18"/>
        <pc:sldMkLst>
          <pc:docMk/>
          <pc:sldMk cId="1839677867" sldId="273"/>
        </pc:sldMkLst>
        <pc:spChg chg="mod">
          <ac:chgData name="Dhanalakshmi C" userId="10699540b09deac2" providerId="LiveId" clId="{6C312691-CDD2-470D-B557-BFBADC80900A}" dt="2026-10-13T12:04:45.806" v="18"/>
          <ac:spMkLst>
            <pc:docMk/>
            <pc:sldMk cId="1839677867" sldId="273"/>
            <ac:spMk id="3" creationId="{01F36FF0-FD4A-EE78-6CA2-4ADCB6BA1B65}"/>
          </ac:spMkLst>
        </pc:spChg>
      </pc:sldChg>
      <pc:sldChg chg="addSp delSp modSp mod">
        <pc:chgData name="Dhanalakshmi C" userId="10699540b09deac2" providerId="LiveId" clId="{6C312691-CDD2-470D-B557-BFBADC80900A}" dt="2026-10-14T11:54:09.333" v="109"/>
        <pc:sldMkLst>
          <pc:docMk/>
          <pc:sldMk cId="4242195307" sldId="274"/>
        </pc:sldMkLst>
        <pc:spChg chg="add del mod">
          <ac:chgData name="Dhanalakshmi C" userId="10699540b09deac2" providerId="LiveId" clId="{6C312691-CDD2-470D-B557-BFBADC80900A}" dt="2026-10-14T11:54:09.333" v="109"/>
          <ac:spMkLst>
            <pc:docMk/>
            <pc:sldMk cId="4242195307" sldId="274"/>
            <ac:spMk id="4" creationId="{A033C3A4-F06D-05B5-F74B-F4839958FF47}"/>
          </ac:spMkLst>
        </pc:spChg>
        <pc:graphicFrameChg chg="mod">
          <ac:chgData name="Dhanalakshmi C" userId="10699540b09deac2" providerId="LiveId" clId="{6C312691-CDD2-470D-B557-BFBADC80900A}" dt="2026-10-13T11:49:05.460" v="12"/>
          <ac:graphicFrameMkLst>
            <pc:docMk/>
            <pc:sldMk cId="4242195307" sldId="274"/>
            <ac:graphicFrameMk id="5" creationId="{AD7E4B40-F95E-47F4-B92E-06AFA2A015FC}"/>
          </ac:graphicFrameMkLst>
        </pc:graphicFrameChg>
      </pc:sldChg>
      <pc:sldChg chg="modSp">
        <pc:chgData name="Dhanalakshmi C" userId="10699540b09deac2" providerId="LiveId" clId="{6C312691-CDD2-470D-B557-BFBADC80900A}" dt="2026-10-13T12:28:21.537" v="38"/>
        <pc:sldMkLst>
          <pc:docMk/>
          <pc:sldMk cId="3478475277" sldId="275"/>
        </pc:sldMkLst>
        <pc:spChg chg="mod">
          <ac:chgData name="Dhanalakshmi C" userId="10699540b09deac2" providerId="LiveId" clId="{6C312691-CDD2-470D-B557-BFBADC80900A}" dt="2026-10-13T12:28:21.537" v="38"/>
          <ac:spMkLst>
            <pc:docMk/>
            <pc:sldMk cId="3478475277" sldId="275"/>
            <ac:spMk id="3" creationId="{01F36FF0-FD4A-EE78-6CA2-4ADCB6BA1B6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629E5A-5CE6-43F5-9362-8BAE18B2919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91A8B0E-66D6-45D3-9B97-5B4ECA7C73C9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Module 1 – Patient Data:</a:t>
          </a:r>
          <a:r>
            <a:rPr lang="en-IN" sz="2000" dirty="0"/>
            <a:t> Collect details and register users.</a:t>
          </a:r>
        </a:p>
      </dgm:t>
    </dgm:pt>
    <dgm:pt modelId="{B0CEB947-1579-4455-A80C-A55B37FA25B3}" type="parTrans" cxnId="{316ED273-5D4D-4123-9942-E6143CE4F8D3}">
      <dgm:prSet/>
      <dgm:spPr/>
      <dgm:t>
        <a:bodyPr/>
        <a:lstStyle/>
        <a:p>
          <a:endParaRPr lang="en-IN"/>
        </a:p>
      </dgm:t>
    </dgm:pt>
    <dgm:pt modelId="{C6161242-9E2A-40B8-9ED8-64052934506A}" type="sibTrans" cxnId="{316ED273-5D4D-4123-9942-E6143CE4F8D3}">
      <dgm:prSet/>
      <dgm:spPr/>
      <dgm:t>
        <a:bodyPr/>
        <a:lstStyle/>
        <a:p>
          <a:endParaRPr lang="en-IN"/>
        </a:p>
      </dgm:t>
    </dgm:pt>
    <dgm:pt modelId="{87CD6869-D0A6-4135-9355-6BF13D766325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Module 2 – Rule-Based AI:</a:t>
          </a:r>
          <a:r>
            <a:rPr lang="en-IN" sz="2000" dirty="0"/>
            <a:t> </a:t>
          </a:r>
          <a:r>
            <a:rPr lang="en-IN" sz="2000" dirty="0" err="1"/>
            <a:t>Analyze</a:t>
          </a:r>
          <a:r>
            <a:rPr lang="en-IN" sz="2000" dirty="0"/>
            <a:t> symptoms and identify specialty and urgency.</a:t>
          </a:r>
        </a:p>
      </dgm:t>
    </dgm:pt>
    <dgm:pt modelId="{DD4D4BC4-8F25-4292-AB1D-E642BC681EF1}" type="parTrans" cxnId="{0849E7AB-ED48-4132-8204-D72E0652C190}">
      <dgm:prSet/>
      <dgm:spPr/>
      <dgm:t>
        <a:bodyPr/>
        <a:lstStyle/>
        <a:p>
          <a:endParaRPr lang="en-IN"/>
        </a:p>
      </dgm:t>
    </dgm:pt>
    <dgm:pt modelId="{3D178A8F-E5E4-4400-B30C-FCED533239C4}" type="sibTrans" cxnId="{0849E7AB-ED48-4132-8204-D72E0652C190}">
      <dgm:prSet/>
      <dgm:spPr/>
      <dgm:t>
        <a:bodyPr/>
        <a:lstStyle/>
        <a:p>
          <a:endParaRPr lang="en-IN"/>
        </a:p>
      </dgm:t>
    </dgm:pt>
    <dgm:pt modelId="{992B58DD-B188-4EF9-A5F0-766D70495D27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Module 3 – Hospital Ranking:</a:t>
          </a:r>
          <a:r>
            <a:rPr lang="en-IN" sz="2000" dirty="0"/>
            <a:t> Rank hospitals using a weighted score out of 100.</a:t>
          </a:r>
        </a:p>
      </dgm:t>
    </dgm:pt>
    <dgm:pt modelId="{FBB95EFE-8246-408A-BB33-730CBAFB377E}" type="parTrans" cxnId="{5323BF1E-578B-4F8C-B2B3-A98CA41909E8}">
      <dgm:prSet/>
      <dgm:spPr/>
      <dgm:t>
        <a:bodyPr/>
        <a:lstStyle/>
        <a:p>
          <a:endParaRPr lang="en-IN"/>
        </a:p>
      </dgm:t>
    </dgm:pt>
    <dgm:pt modelId="{F102986F-5A77-495A-9A3C-B3801DD0ED9A}" type="sibTrans" cxnId="{5323BF1E-578B-4F8C-B2B3-A98CA41909E8}">
      <dgm:prSet/>
      <dgm:spPr/>
      <dgm:t>
        <a:bodyPr/>
        <a:lstStyle/>
        <a:p>
          <a:endParaRPr lang="en-IN"/>
        </a:p>
      </dgm:t>
    </dgm:pt>
    <dgm:pt modelId="{93BCD7CC-1FA1-4FC7-BD0D-8933DD11352D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Module 4 – Referral Management:</a:t>
          </a:r>
          <a:r>
            <a:rPr lang="en-IN" sz="2000" dirty="0"/>
            <a:t> Create referrals and track status.</a:t>
          </a:r>
        </a:p>
      </dgm:t>
    </dgm:pt>
    <dgm:pt modelId="{96DC1A2D-8F6A-417E-AF20-40988DD0EF77}" type="parTrans" cxnId="{CE14BC0D-7654-4A3F-AD3C-AD40E1E7EC04}">
      <dgm:prSet/>
      <dgm:spPr/>
      <dgm:t>
        <a:bodyPr/>
        <a:lstStyle/>
        <a:p>
          <a:endParaRPr lang="en-IN"/>
        </a:p>
      </dgm:t>
    </dgm:pt>
    <dgm:pt modelId="{20124CF0-3A53-4A39-B31D-C7557EA3AD71}" type="sibTrans" cxnId="{CE14BC0D-7654-4A3F-AD3C-AD40E1E7EC04}">
      <dgm:prSet/>
      <dgm:spPr/>
      <dgm:t>
        <a:bodyPr/>
        <a:lstStyle/>
        <a:p>
          <a:endParaRPr lang="en-IN"/>
        </a:p>
      </dgm:t>
    </dgm:pt>
    <dgm:pt modelId="{416C6FB3-3042-4E04-A7DA-73686E8E417C}">
      <dgm:prSet custT="1"/>
      <dgm:spPr/>
      <dgm:t>
        <a:bodyPr/>
        <a:lstStyle/>
        <a:p>
          <a:pPr>
            <a:buNone/>
          </a:pPr>
          <a:r>
            <a:rPr lang="en-IN" sz="2000" b="1" dirty="0"/>
            <a:t>Module 5 – Administration:</a:t>
          </a:r>
          <a:r>
            <a:rPr lang="en-IN" sz="2000" dirty="0"/>
            <a:t> Manage hospitals, users and database records.</a:t>
          </a:r>
        </a:p>
      </dgm:t>
    </dgm:pt>
    <dgm:pt modelId="{470F67B1-34F9-472C-9CD4-15A055ED2FB0}" type="parTrans" cxnId="{D0132F96-B38E-4675-A9E4-F91862ABD8AF}">
      <dgm:prSet/>
      <dgm:spPr/>
      <dgm:t>
        <a:bodyPr/>
        <a:lstStyle/>
        <a:p>
          <a:endParaRPr lang="en-IN"/>
        </a:p>
      </dgm:t>
    </dgm:pt>
    <dgm:pt modelId="{C2372E85-8FE8-4CEF-951D-56F8707BDB09}" type="sibTrans" cxnId="{D0132F96-B38E-4675-A9E4-F91862ABD8AF}">
      <dgm:prSet/>
      <dgm:spPr/>
      <dgm:t>
        <a:bodyPr/>
        <a:lstStyle/>
        <a:p>
          <a:endParaRPr lang="en-IN"/>
        </a:p>
      </dgm:t>
    </dgm:pt>
    <dgm:pt modelId="{C9DE76E7-8A0B-482D-B8CE-E3CD89583D9F}" type="pres">
      <dgm:prSet presAssocID="{93629E5A-5CE6-43F5-9362-8BAE18B29199}" presName="diagram" presStyleCnt="0">
        <dgm:presLayoutVars>
          <dgm:dir/>
          <dgm:resizeHandles val="exact"/>
        </dgm:presLayoutVars>
      </dgm:prSet>
      <dgm:spPr/>
    </dgm:pt>
    <dgm:pt modelId="{233F419A-5161-467E-99D9-8AAD8B4F8053}" type="pres">
      <dgm:prSet presAssocID="{D91A8B0E-66D6-45D3-9B97-5B4ECA7C73C9}" presName="node" presStyleLbl="node1" presStyleIdx="0" presStyleCnt="5">
        <dgm:presLayoutVars>
          <dgm:bulletEnabled val="1"/>
        </dgm:presLayoutVars>
      </dgm:prSet>
      <dgm:spPr/>
    </dgm:pt>
    <dgm:pt modelId="{95C0E7F3-F06D-43B7-9877-8203E944BF4C}" type="pres">
      <dgm:prSet presAssocID="{C6161242-9E2A-40B8-9ED8-64052934506A}" presName="sibTrans" presStyleCnt="0"/>
      <dgm:spPr/>
    </dgm:pt>
    <dgm:pt modelId="{8143B8E2-F066-457E-BDD7-E2D25746E035}" type="pres">
      <dgm:prSet presAssocID="{87CD6869-D0A6-4135-9355-6BF13D766325}" presName="node" presStyleLbl="node1" presStyleIdx="1" presStyleCnt="5">
        <dgm:presLayoutVars>
          <dgm:bulletEnabled val="1"/>
        </dgm:presLayoutVars>
      </dgm:prSet>
      <dgm:spPr/>
    </dgm:pt>
    <dgm:pt modelId="{43175103-5FC0-465D-A8C5-4C0A62D22132}" type="pres">
      <dgm:prSet presAssocID="{3D178A8F-E5E4-4400-B30C-FCED533239C4}" presName="sibTrans" presStyleCnt="0"/>
      <dgm:spPr/>
    </dgm:pt>
    <dgm:pt modelId="{57CE1FC6-C2F0-4CAA-95F2-846BBBAE6657}" type="pres">
      <dgm:prSet presAssocID="{992B58DD-B188-4EF9-A5F0-766D70495D27}" presName="node" presStyleLbl="node1" presStyleIdx="2" presStyleCnt="5">
        <dgm:presLayoutVars>
          <dgm:bulletEnabled val="1"/>
        </dgm:presLayoutVars>
      </dgm:prSet>
      <dgm:spPr/>
    </dgm:pt>
    <dgm:pt modelId="{5BD79BCA-7632-4A8E-9965-685186C35A0D}" type="pres">
      <dgm:prSet presAssocID="{F102986F-5A77-495A-9A3C-B3801DD0ED9A}" presName="sibTrans" presStyleCnt="0"/>
      <dgm:spPr/>
    </dgm:pt>
    <dgm:pt modelId="{49CABD07-02DB-4713-AA2C-84AC75F404A8}" type="pres">
      <dgm:prSet presAssocID="{93BCD7CC-1FA1-4FC7-BD0D-8933DD11352D}" presName="node" presStyleLbl="node1" presStyleIdx="3" presStyleCnt="5">
        <dgm:presLayoutVars>
          <dgm:bulletEnabled val="1"/>
        </dgm:presLayoutVars>
      </dgm:prSet>
      <dgm:spPr/>
    </dgm:pt>
    <dgm:pt modelId="{69805875-15D2-4467-9928-3E628CF0AE97}" type="pres">
      <dgm:prSet presAssocID="{20124CF0-3A53-4A39-B31D-C7557EA3AD71}" presName="sibTrans" presStyleCnt="0"/>
      <dgm:spPr/>
    </dgm:pt>
    <dgm:pt modelId="{0BB102DF-D26D-45F6-B33A-5C31AD99FE1C}" type="pres">
      <dgm:prSet presAssocID="{416C6FB3-3042-4E04-A7DA-73686E8E417C}" presName="node" presStyleLbl="node1" presStyleIdx="4" presStyleCnt="5">
        <dgm:presLayoutVars>
          <dgm:bulletEnabled val="1"/>
        </dgm:presLayoutVars>
      </dgm:prSet>
      <dgm:spPr/>
    </dgm:pt>
  </dgm:ptLst>
  <dgm:cxnLst>
    <dgm:cxn modelId="{CE14BC0D-7654-4A3F-AD3C-AD40E1E7EC04}" srcId="{93629E5A-5CE6-43F5-9362-8BAE18B29199}" destId="{93BCD7CC-1FA1-4FC7-BD0D-8933DD11352D}" srcOrd="3" destOrd="0" parTransId="{96DC1A2D-8F6A-417E-AF20-40988DD0EF77}" sibTransId="{20124CF0-3A53-4A39-B31D-C7557EA3AD71}"/>
    <dgm:cxn modelId="{D416631E-B8B3-4756-B2AA-3D50D73DC83D}" type="presOf" srcId="{992B58DD-B188-4EF9-A5F0-766D70495D27}" destId="{57CE1FC6-C2F0-4CAA-95F2-846BBBAE6657}" srcOrd="0" destOrd="0" presId="urn:microsoft.com/office/officeart/2005/8/layout/default"/>
    <dgm:cxn modelId="{5323BF1E-578B-4F8C-B2B3-A98CA41909E8}" srcId="{93629E5A-5CE6-43F5-9362-8BAE18B29199}" destId="{992B58DD-B188-4EF9-A5F0-766D70495D27}" srcOrd="2" destOrd="0" parTransId="{FBB95EFE-8246-408A-BB33-730CBAFB377E}" sibTransId="{F102986F-5A77-495A-9A3C-B3801DD0ED9A}"/>
    <dgm:cxn modelId="{02BD4529-F338-46FD-B701-4BA06BF0770C}" type="presOf" srcId="{87CD6869-D0A6-4135-9355-6BF13D766325}" destId="{8143B8E2-F066-457E-BDD7-E2D25746E035}" srcOrd="0" destOrd="0" presId="urn:microsoft.com/office/officeart/2005/8/layout/default"/>
    <dgm:cxn modelId="{80A3AF3C-6D2D-40B3-8C16-CF751B7A844E}" type="presOf" srcId="{D91A8B0E-66D6-45D3-9B97-5B4ECA7C73C9}" destId="{233F419A-5161-467E-99D9-8AAD8B4F8053}" srcOrd="0" destOrd="0" presId="urn:microsoft.com/office/officeart/2005/8/layout/default"/>
    <dgm:cxn modelId="{4BDC093F-8B7A-419F-BFBB-0FF8DEE6D5AE}" type="presOf" srcId="{416C6FB3-3042-4E04-A7DA-73686E8E417C}" destId="{0BB102DF-D26D-45F6-B33A-5C31AD99FE1C}" srcOrd="0" destOrd="0" presId="urn:microsoft.com/office/officeart/2005/8/layout/default"/>
    <dgm:cxn modelId="{316ED273-5D4D-4123-9942-E6143CE4F8D3}" srcId="{93629E5A-5CE6-43F5-9362-8BAE18B29199}" destId="{D91A8B0E-66D6-45D3-9B97-5B4ECA7C73C9}" srcOrd="0" destOrd="0" parTransId="{B0CEB947-1579-4455-A80C-A55B37FA25B3}" sibTransId="{C6161242-9E2A-40B8-9ED8-64052934506A}"/>
    <dgm:cxn modelId="{D5614A84-92AA-4CF7-8D72-8FAC1F7E540D}" type="presOf" srcId="{93BCD7CC-1FA1-4FC7-BD0D-8933DD11352D}" destId="{49CABD07-02DB-4713-AA2C-84AC75F404A8}" srcOrd="0" destOrd="0" presId="urn:microsoft.com/office/officeart/2005/8/layout/default"/>
    <dgm:cxn modelId="{D0132F96-B38E-4675-A9E4-F91862ABD8AF}" srcId="{93629E5A-5CE6-43F5-9362-8BAE18B29199}" destId="{416C6FB3-3042-4E04-A7DA-73686E8E417C}" srcOrd="4" destOrd="0" parTransId="{470F67B1-34F9-472C-9CD4-15A055ED2FB0}" sibTransId="{C2372E85-8FE8-4CEF-951D-56F8707BDB09}"/>
    <dgm:cxn modelId="{0849E7AB-ED48-4132-8204-D72E0652C190}" srcId="{93629E5A-5CE6-43F5-9362-8BAE18B29199}" destId="{87CD6869-D0A6-4135-9355-6BF13D766325}" srcOrd="1" destOrd="0" parTransId="{DD4D4BC4-8F25-4292-AB1D-E642BC681EF1}" sibTransId="{3D178A8F-E5E4-4400-B30C-FCED533239C4}"/>
    <dgm:cxn modelId="{B4858CE7-87BE-437D-BE8C-DF9986EF5EA8}" type="presOf" srcId="{93629E5A-5CE6-43F5-9362-8BAE18B29199}" destId="{C9DE76E7-8A0B-482D-B8CE-E3CD89583D9F}" srcOrd="0" destOrd="0" presId="urn:microsoft.com/office/officeart/2005/8/layout/default"/>
    <dgm:cxn modelId="{A238B90B-20D8-4843-BC7D-B59C784BFD24}" type="presParOf" srcId="{C9DE76E7-8A0B-482D-B8CE-E3CD89583D9F}" destId="{233F419A-5161-467E-99D9-8AAD8B4F8053}" srcOrd="0" destOrd="0" presId="urn:microsoft.com/office/officeart/2005/8/layout/default"/>
    <dgm:cxn modelId="{8E25B636-AC4E-4173-B283-64C4ECACF43B}" type="presParOf" srcId="{C9DE76E7-8A0B-482D-B8CE-E3CD89583D9F}" destId="{95C0E7F3-F06D-43B7-9877-8203E944BF4C}" srcOrd="1" destOrd="0" presId="urn:microsoft.com/office/officeart/2005/8/layout/default"/>
    <dgm:cxn modelId="{BDA7367F-D4C6-41F5-8FCE-CC56245D17A7}" type="presParOf" srcId="{C9DE76E7-8A0B-482D-B8CE-E3CD89583D9F}" destId="{8143B8E2-F066-457E-BDD7-E2D25746E035}" srcOrd="2" destOrd="0" presId="urn:microsoft.com/office/officeart/2005/8/layout/default"/>
    <dgm:cxn modelId="{A3CAB9B3-94BF-458A-A1D4-14C7A4C79F9A}" type="presParOf" srcId="{C9DE76E7-8A0B-482D-B8CE-E3CD89583D9F}" destId="{43175103-5FC0-465D-A8C5-4C0A62D22132}" srcOrd="3" destOrd="0" presId="urn:microsoft.com/office/officeart/2005/8/layout/default"/>
    <dgm:cxn modelId="{5B4176AE-C74D-4C54-9698-54CB96B1C84F}" type="presParOf" srcId="{C9DE76E7-8A0B-482D-B8CE-E3CD89583D9F}" destId="{57CE1FC6-C2F0-4CAA-95F2-846BBBAE6657}" srcOrd="4" destOrd="0" presId="urn:microsoft.com/office/officeart/2005/8/layout/default"/>
    <dgm:cxn modelId="{9FC8B2CB-536F-4BA6-9F76-749549627ED9}" type="presParOf" srcId="{C9DE76E7-8A0B-482D-B8CE-E3CD89583D9F}" destId="{5BD79BCA-7632-4A8E-9965-685186C35A0D}" srcOrd="5" destOrd="0" presId="urn:microsoft.com/office/officeart/2005/8/layout/default"/>
    <dgm:cxn modelId="{59AF9E75-BBF1-4EBA-BA1A-1DFDD177FA2E}" type="presParOf" srcId="{C9DE76E7-8A0B-482D-B8CE-E3CD89583D9F}" destId="{49CABD07-02DB-4713-AA2C-84AC75F404A8}" srcOrd="6" destOrd="0" presId="urn:microsoft.com/office/officeart/2005/8/layout/default"/>
    <dgm:cxn modelId="{CC12B9DE-5C67-4C63-8F77-97B441096E5E}" type="presParOf" srcId="{C9DE76E7-8A0B-482D-B8CE-E3CD89583D9F}" destId="{69805875-15D2-4467-9928-3E628CF0AE97}" srcOrd="7" destOrd="0" presId="urn:microsoft.com/office/officeart/2005/8/layout/default"/>
    <dgm:cxn modelId="{E8C6EF8A-5EF4-407B-953C-953B610F71F8}" type="presParOf" srcId="{C9DE76E7-8A0B-482D-B8CE-E3CD89583D9F}" destId="{0BB102DF-D26D-45F6-B33A-5C31AD99FE1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F419A-5161-467E-99D9-8AAD8B4F8053}">
      <dsp:nvSpPr>
        <dsp:cNvPr id="0" name=""/>
        <dsp:cNvSpPr/>
      </dsp:nvSpPr>
      <dsp:spPr>
        <a:xfrm>
          <a:off x="83343" y="520"/>
          <a:ext cx="3281660" cy="1968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Module 1 – Patient Data:</a:t>
          </a:r>
          <a:r>
            <a:rPr lang="en-IN" sz="2000" kern="1200" dirty="0"/>
            <a:t> Collect details and register users.</a:t>
          </a:r>
        </a:p>
      </dsp:txBody>
      <dsp:txXfrm>
        <a:off x="83343" y="520"/>
        <a:ext cx="3281660" cy="1968996"/>
      </dsp:txXfrm>
    </dsp:sp>
    <dsp:sp modelId="{8143B8E2-F066-457E-BDD7-E2D25746E035}">
      <dsp:nvSpPr>
        <dsp:cNvPr id="0" name=""/>
        <dsp:cNvSpPr/>
      </dsp:nvSpPr>
      <dsp:spPr>
        <a:xfrm>
          <a:off x="3693169" y="520"/>
          <a:ext cx="3281660" cy="1968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Module 2 – Rule-Based AI:</a:t>
          </a:r>
          <a:r>
            <a:rPr lang="en-IN" sz="2000" kern="1200" dirty="0"/>
            <a:t> </a:t>
          </a:r>
          <a:r>
            <a:rPr lang="en-IN" sz="2000" kern="1200" dirty="0" err="1"/>
            <a:t>Analyze</a:t>
          </a:r>
          <a:r>
            <a:rPr lang="en-IN" sz="2000" kern="1200" dirty="0"/>
            <a:t> symptoms and identify specialty and urgency.</a:t>
          </a:r>
        </a:p>
      </dsp:txBody>
      <dsp:txXfrm>
        <a:off x="3693169" y="520"/>
        <a:ext cx="3281660" cy="1968996"/>
      </dsp:txXfrm>
    </dsp:sp>
    <dsp:sp modelId="{57CE1FC6-C2F0-4CAA-95F2-846BBBAE6657}">
      <dsp:nvSpPr>
        <dsp:cNvPr id="0" name=""/>
        <dsp:cNvSpPr/>
      </dsp:nvSpPr>
      <dsp:spPr>
        <a:xfrm>
          <a:off x="7302996" y="520"/>
          <a:ext cx="3281660" cy="1968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Module 3 – Hospital Ranking:</a:t>
          </a:r>
          <a:r>
            <a:rPr lang="en-IN" sz="2000" kern="1200" dirty="0"/>
            <a:t> Rank hospitals using a weighted score out of 100.</a:t>
          </a:r>
        </a:p>
      </dsp:txBody>
      <dsp:txXfrm>
        <a:off x="7302996" y="520"/>
        <a:ext cx="3281660" cy="1968996"/>
      </dsp:txXfrm>
    </dsp:sp>
    <dsp:sp modelId="{49CABD07-02DB-4713-AA2C-84AC75F404A8}">
      <dsp:nvSpPr>
        <dsp:cNvPr id="0" name=""/>
        <dsp:cNvSpPr/>
      </dsp:nvSpPr>
      <dsp:spPr>
        <a:xfrm>
          <a:off x="1888256" y="2297683"/>
          <a:ext cx="3281660" cy="1968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Module 4 – Referral Management:</a:t>
          </a:r>
          <a:r>
            <a:rPr lang="en-IN" sz="2000" kern="1200" dirty="0"/>
            <a:t> Create referrals and track status.</a:t>
          </a:r>
        </a:p>
      </dsp:txBody>
      <dsp:txXfrm>
        <a:off x="1888256" y="2297683"/>
        <a:ext cx="3281660" cy="1968996"/>
      </dsp:txXfrm>
    </dsp:sp>
    <dsp:sp modelId="{0BB102DF-D26D-45F6-B33A-5C31AD99FE1C}">
      <dsp:nvSpPr>
        <dsp:cNvPr id="0" name=""/>
        <dsp:cNvSpPr/>
      </dsp:nvSpPr>
      <dsp:spPr>
        <a:xfrm>
          <a:off x="5498083" y="2297683"/>
          <a:ext cx="3281660" cy="1968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Module 5 – Administration:</a:t>
          </a:r>
          <a:r>
            <a:rPr lang="en-IN" sz="2000" kern="1200" dirty="0"/>
            <a:t> Manage hospitals, users and database records.</a:t>
          </a:r>
        </a:p>
      </dsp:txBody>
      <dsp:txXfrm>
        <a:off x="5498083" y="2297683"/>
        <a:ext cx="3281660" cy="1968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AI BASED-SMART PATIENT REFERRAL AND HOSPITAL SELECTION SYSTEM —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8" y="5183902"/>
            <a:ext cx="41970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Dr Bhuvana S,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Assistant Professor SG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8004" y="4921310"/>
            <a:ext cx="419700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Bharath V  - 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241901018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Dhanalakshmi C -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241901023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2400" b="1" dirty="0"/>
              <a:t>Problem:</a:t>
            </a:r>
            <a:r>
              <a:rPr lang="en-IN" sz="2400" dirty="0"/>
              <a:t> Difficulty in matching patients with suitable hospitals based on their medical needs and available facilities.</a:t>
            </a:r>
          </a:p>
          <a:p>
            <a:pPr lvl="0" algn="just"/>
            <a:r>
              <a:rPr lang="en-IN" sz="2400" b="1" dirty="0"/>
              <a:t>Importance:</a:t>
            </a:r>
            <a:r>
              <a:rPr lang="en-IN" sz="2400" dirty="0"/>
              <a:t> Delays and incorrect referrals can affect timely treatment, especially during emergencies.</a:t>
            </a:r>
          </a:p>
          <a:p>
            <a:pPr lvl="0" algn="just"/>
            <a:r>
              <a:rPr lang="en-IN" sz="2400" b="1" dirty="0"/>
              <a:t>Affected Stakeholders:</a:t>
            </a:r>
            <a:r>
              <a:rPr lang="en-IN" sz="2400" dirty="0"/>
              <a:t> Patients who need quick and appropriate medical care.</a:t>
            </a:r>
          </a:p>
          <a:p>
            <a:pPr lvl="0" algn="just"/>
            <a:r>
              <a:rPr lang="en-IN" sz="2400" b="1" dirty="0"/>
              <a:t>Motivation:</a:t>
            </a:r>
            <a:r>
              <a:rPr lang="en-IN" sz="2400" dirty="0"/>
              <a:t> To develop a reliable system that recommends suitable hospitals using patient details and current hospital resources.</a:t>
            </a: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2400" dirty="0"/>
              <a:t>Identify patient specialty and urgency using rule-based reasoning.</a:t>
            </a:r>
          </a:p>
          <a:p>
            <a:pPr lvl="0" algn="just"/>
            <a:r>
              <a:rPr lang="en-IN" sz="2400" dirty="0"/>
              <a:t>Recommend suitable hospitals based on medical needs and available resources.</a:t>
            </a:r>
          </a:p>
          <a:p>
            <a:pPr lvl="0" algn="just"/>
            <a:r>
              <a:rPr lang="en-IN" sz="2400" dirty="0"/>
              <a:t>Provide explainable recommendations and referral tracking.</a:t>
            </a:r>
          </a:p>
          <a:p>
            <a:pPr lvl="0" algn="just"/>
            <a:r>
              <a:rPr lang="en-IN" sz="2400" dirty="0"/>
              <a:t>Validate system functionality using synthetic data and scenario-based testing.</a:t>
            </a:r>
          </a:p>
          <a:p>
            <a:pPr algn="just"/>
            <a:r>
              <a:rPr lang="en-IN" sz="2400" b="1" dirty="0"/>
              <a:t>Expected Outcome:</a:t>
            </a:r>
            <a:r>
              <a:rPr lang="en-IN" sz="2400" dirty="0"/>
              <a:t> A working prototype for hospital recommendations and referral management.</a:t>
            </a:r>
          </a:p>
          <a:p>
            <a:pPr algn="just"/>
            <a:r>
              <a:rPr lang="en-IN" sz="2400" b="1" dirty="0"/>
              <a:t>Completion Status:</a:t>
            </a:r>
            <a:r>
              <a:rPr lang="en-IN" sz="2400" dirty="0"/>
              <a:t> Specify the features implemented and tested so far.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Work Completed After Review 1</a:t>
            </a:r>
          </a:p>
          <a:p>
            <a:pPr lvl="0"/>
            <a:r>
              <a:rPr lang="en-IN" sz="2400" dirty="0"/>
              <a:t>Completed Modules 3, 4 and 5.</a:t>
            </a:r>
          </a:p>
          <a:p>
            <a:pPr lvl="0"/>
            <a:r>
              <a:rPr lang="en-IN" sz="2400" dirty="0"/>
              <a:t>Integrated AI analysis, hospital ranking and referral workflow.</a:t>
            </a:r>
          </a:p>
          <a:p>
            <a:pPr lvl="0"/>
            <a:r>
              <a:rPr lang="en-IN" sz="2400" dirty="0"/>
              <a:t>Created synthetic patient and hospital data.</a:t>
            </a:r>
          </a:p>
          <a:p>
            <a:pPr lvl="0"/>
            <a:r>
              <a:rPr lang="en-IN" sz="2400" dirty="0"/>
              <a:t>Passed 9 scenario-based tests.</a:t>
            </a:r>
          </a:p>
          <a:p>
            <a:pPr lvl="0"/>
            <a:r>
              <a:rPr lang="en-IN" sz="2400" dirty="0"/>
              <a:t>Measured AI analysis and ranking response times.</a:t>
            </a:r>
          </a:p>
          <a:p>
            <a:pPr lvl="0"/>
            <a:r>
              <a:rPr lang="en-IN" sz="2400" dirty="0"/>
              <a:t>Completed core implementation; final documentation and presentation preparation remain.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91674"/>
              </p:ext>
            </p:extLst>
          </p:nvPr>
        </p:nvGraphicFramePr>
        <p:xfrm>
          <a:off x="623392" y="1752600"/>
          <a:ext cx="11089233" cy="417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54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88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 </a:t>
                      </a: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Chi, Street &amp; Ward  </a:t>
                      </a:r>
                      <a:r>
                        <a:rPr sz="1800" dirty="0"/>
                        <a:t>(</a:t>
                      </a:r>
                      <a:r>
                        <a:rPr lang="en-US" sz="1800" dirty="0"/>
                        <a:t>2008</a:t>
                      </a:r>
                      <a:r>
                        <a:rPr sz="1800" dirty="0"/>
                        <a:t>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Hospital referral expert system (prediction + optimization)</a:t>
                      </a:r>
                      <a:endParaRPr sz="48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ML classifiers + optimization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Needs labelled data; black-box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Abdel-Hafez</a:t>
                      </a:r>
                      <a:r>
                        <a:rPr sz="1800" dirty="0"/>
                        <a:t> et al. (</a:t>
                      </a:r>
                      <a:r>
                        <a:rPr lang="en-US" sz="1800" dirty="0"/>
                        <a:t>2023</a:t>
                      </a:r>
                      <a:r>
                        <a:rPr sz="1800" dirty="0"/>
                        <a:t>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AI referral triage using Clinical Prioritization Criteria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ML text classification of referral letters by urgency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Moderate accuracy (53.8%); ENT only; not explainable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Määttä </a:t>
                      </a:r>
                      <a:r>
                        <a:rPr sz="1800" dirty="0"/>
                        <a:t> et al. (</a:t>
                      </a:r>
                      <a:r>
                        <a:rPr lang="en-US" sz="1800" dirty="0"/>
                        <a:t>2023)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CDSS for triage in a hospital emergency department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Web form self-entry CDSS vs. physicians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Modest diagnosis accuracy; triage only, not hospital selection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62944"/>
              </p:ext>
            </p:extLst>
          </p:nvPr>
        </p:nvGraphicFramePr>
        <p:xfrm>
          <a:off x="983432" y="1746251"/>
          <a:ext cx="10748320" cy="286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Omotosho et al. (2016)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Patient-based hospital referral DSS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Multi-attribute provider selection (14 criteria)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No symptom/urgency analysis; no live availability or tracking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/>
                        <a:t>5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 err="1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Semigran</a:t>
                      </a: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 et al. (2015</a:t>
                      </a:r>
                      <a:r>
                        <a:rPr lang="en-IN" sz="11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)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Evaluation of online symptom checkers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Audit of 23 symptom checkers, 45 vignettes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i="0" kern="1200" dirty="0">
                          <a:solidFill>
                            <a:srgbClr val="2D343E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Weak diagnosis (34%) and triage (57%); no hospital selection</a:t>
                      </a:r>
                      <a:endParaRPr sz="32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4603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1. Literature findings</a:t>
            </a:r>
            <a:endParaRPr lang="en-US" dirty="0"/>
          </a:p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Previous studies explored hospital selection, referral triage, and symptom-based decision support.</a:t>
            </a:r>
            <a:endParaRPr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752600"/>
            <a:ext cx="5452872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2. Limitations
</a:t>
            </a: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Dependence on labelled data, limited transparency, and lack of integrated referral tracking and live availability in the reviewed abstracts.</a:t>
            </a:r>
            <a:endParaRPr dirty="0"/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3. Refined research gap
</a:t>
            </a: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Need for an explainable system integrating symptom analysis, hospital ranking, availability updates, and referral tracking.</a:t>
            </a:r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4. Progress toward the solution
</a:t>
            </a: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Implemented and tested the hospital recommendation system using synthetic data.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2200" b="1" dirty="0"/>
              <a:t>Frontend:</a:t>
            </a:r>
            <a:r>
              <a:rPr lang="en-IN" sz="2200" dirty="0"/>
              <a:t> HTML, CSS, JavaScript — role-based dashboards.</a:t>
            </a:r>
          </a:p>
          <a:p>
            <a:pPr lvl="0" algn="just"/>
            <a:r>
              <a:rPr lang="en-IN" sz="2200" b="1" dirty="0"/>
              <a:t>Backend:</a:t>
            </a:r>
            <a:r>
              <a:rPr lang="en-IN" sz="2200" dirty="0"/>
              <a:t> Node.js, Express — rule-based analysis, hospital ranking, and referral workflow.</a:t>
            </a:r>
          </a:p>
          <a:p>
            <a:pPr lvl="0" algn="just"/>
            <a:r>
              <a:rPr lang="en-IN" sz="2200" b="1" dirty="0"/>
              <a:t>Database:</a:t>
            </a:r>
            <a:r>
              <a:rPr lang="en-IN" sz="2200" dirty="0"/>
              <a:t> SQLite — stores users, hospitals, and referral history.</a:t>
            </a:r>
          </a:p>
          <a:p>
            <a:pPr lvl="0" algn="just"/>
            <a:r>
              <a:rPr lang="en-IN" sz="2200" b="1" dirty="0"/>
              <a:t>External Services:</a:t>
            </a:r>
            <a:r>
              <a:rPr lang="en-IN" sz="2200" dirty="0"/>
              <a:t> OpenStreetMap and OSRM — maps and road routes.</a:t>
            </a:r>
          </a:p>
          <a:p>
            <a:pPr marL="0" indent="0" algn="just">
              <a:buNone/>
            </a:pPr>
            <a:r>
              <a:rPr lang="en-IN" sz="2200" b="1" dirty="0"/>
              <a:t>Data Flow:</a:t>
            </a:r>
            <a:r>
              <a:rPr lang="en-IN" sz="2200" dirty="0"/>
              <a:t> Patient details → Symptom analysis → Hospital ranking → Caretaker confirmation → Hospital response → Referral completion.</a:t>
            </a:r>
          </a:p>
          <a:p>
            <a:pPr marL="0" indent="0" algn="just">
              <a:buNone/>
            </a:pPr>
            <a:r>
              <a:rPr lang="en-IN" sz="2200" b="1" dirty="0"/>
              <a:t>Improvements:</a:t>
            </a:r>
            <a:r>
              <a:rPr lang="en-IN" sz="2200" dirty="0"/>
              <a:t> Explainable recommendations, updated hospital availability, transparent scoring, and complete referral tracking compared with conventional referrals.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81D4AF1-6392-41CE-8724-B6CAFD745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3352" y="1624886"/>
            <a:ext cx="6851653" cy="40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928F81-9AC6-FB3A-911D-EDE371FE3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84" y="1520826"/>
            <a:ext cx="3367949" cy="42210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D27D95-63F4-F31C-D155-577A6BDE8A94}"/>
              </a:ext>
            </a:extLst>
          </p:cNvPr>
          <p:cNvSpPr txBox="1"/>
          <p:nvPr/>
        </p:nvSpPr>
        <p:spPr>
          <a:xfrm>
            <a:off x="2135561" y="578310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LEVEL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2C65E9-856F-E36E-D361-E4992F2206C6}"/>
              </a:ext>
            </a:extLst>
          </p:cNvPr>
          <p:cNvSpPr txBox="1"/>
          <p:nvPr/>
        </p:nvSpPr>
        <p:spPr>
          <a:xfrm>
            <a:off x="7752184" y="5808903"/>
            <a:ext cx="336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LEVEL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/>
              <a:t>Input:</a:t>
            </a:r>
            <a:r>
              <a:rPr lang="en-IN" sz="2200" dirty="0"/>
              <a:t> Collect patient details, symptoms, and location.</a:t>
            </a:r>
          </a:p>
          <a:p>
            <a:pPr lvl="0"/>
            <a:r>
              <a:rPr lang="en-IN" sz="2200" b="1" dirty="0"/>
              <a:t>Preprocessing:</a:t>
            </a:r>
            <a:r>
              <a:rPr lang="en-IN" sz="2200" dirty="0"/>
              <a:t> Validate inputs and normalize symptoms.</a:t>
            </a:r>
          </a:p>
          <a:p>
            <a:pPr lvl="0"/>
            <a:r>
              <a:rPr lang="en-IN" sz="2200" b="1" dirty="0"/>
              <a:t>Analysis:</a:t>
            </a:r>
            <a:r>
              <a:rPr lang="en-IN" sz="2200" dirty="0"/>
              <a:t> Apply rule-based reasoning to identify specialty and urgency.</a:t>
            </a:r>
          </a:p>
          <a:p>
            <a:pPr lvl="0"/>
            <a:r>
              <a:rPr lang="en-IN" sz="2200" b="1" dirty="0"/>
              <a:t>Ranking:</a:t>
            </a:r>
            <a:r>
              <a:rPr lang="en-IN" sz="2200" dirty="0"/>
              <a:t> Score and rank hospitals based on medical needs and availability.</a:t>
            </a:r>
          </a:p>
          <a:p>
            <a:pPr lvl="0"/>
            <a:r>
              <a:rPr lang="en-IN" sz="2200" b="1" dirty="0"/>
              <a:t>Implementation:</a:t>
            </a:r>
            <a:r>
              <a:rPr lang="en-IN" sz="2200" dirty="0"/>
              <a:t> Integrate the web interface, backend, and database.</a:t>
            </a:r>
          </a:p>
          <a:p>
            <a:pPr lvl="0"/>
            <a:r>
              <a:rPr lang="en-IN" sz="2200" b="1" dirty="0"/>
              <a:t>Testing &amp; Evaluation:</a:t>
            </a:r>
            <a:r>
              <a:rPr lang="en-IN" sz="2200" dirty="0"/>
              <a:t> Verify functionality using 9 scenario tests and synthetic data.</a:t>
            </a:r>
          </a:p>
          <a:p>
            <a:r>
              <a:rPr lang="en-IN" sz="2200" b="1" dirty="0"/>
              <a:t>Output:</a:t>
            </a:r>
            <a:r>
              <a:rPr lang="en-IN" sz="2200" dirty="0"/>
              <a:t> Explainable hospital recommendations and tracked referrals.</a:t>
            </a: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C0000"/>
              </a:buClr>
              <a:defRPr/>
            </a:pPr>
            <a:r>
              <a:rPr sz="2400" dirty="0"/>
              <a:t>Programming language(s):</a:t>
            </a:r>
            <a:r>
              <a:rPr lang="en-IN" sz="2400" dirty="0"/>
              <a:t>JavaScript, HTML5, CSS3</a:t>
            </a:r>
            <a:endParaRPr sz="2400" dirty="0"/>
          </a:p>
          <a:p>
            <a:r>
              <a:rPr sz="2400" dirty="0"/>
              <a:t>Frameworks / libraries:</a:t>
            </a:r>
            <a:r>
              <a:rPr lang="en-IN" sz="2400" dirty="0"/>
              <a:t>Node.js, Express.js, SQLite, Leaflet</a:t>
            </a:r>
            <a:endParaRPr sz="2400" dirty="0"/>
          </a:p>
          <a:p>
            <a:r>
              <a:rPr sz="2400" dirty="0"/>
              <a:t>Software:</a:t>
            </a:r>
            <a:r>
              <a:rPr lang="en-IN" sz="2400" dirty="0"/>
              <a:t>Windows 10/11, </a:t>
            </a:r>
            <a:r>
              <a:rPr lang="en-IN" sz="2400" dirty="0" err="1"/>
              <a:t>npm</a:t>
            </a:r>
            <a:r>
              <a:rPr lang="en-IN" sz="2400" dirty="0"/>
              <a:t>, Chrome/Edge</a:t>
            </a:r>
          </a:p>
          <a:p>
            <a:r>
              <a:rPr lang="en-IN" sz="2400" dirty="0"/>
              <a:t>Hardware: Dual-core 2 GHz CPU, 4 GB RAM, 500 MB storage</a:t>
            </a:r>
          </a:p>
          <a:p>
            <a:r>
              <a:rPr lang="en-IN" sz="2400" dirty="0"/>
              <a:t>Dataset: Synthetic patient and hospital data</a:t>
            </a:r>
            <a:endParaRPr sz="2400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Justification: </a:t>
            </a:r>
            <a:r>
              <a:rPr lang="en-IN" sz="2400" dirty="0"/>
              <a:t>Lightweight, cost-effective tools support web development, local data storage, hospital ranking, and map visualization.</a:t>
            </a: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The system has five modules.</a:t>
            </a:r>
            <a:endParaRPr lang="en-IN" sz="2400" b="1" dirty="0"/>
          </a:p>
          <a:p>
            <a:pPr lvl="0" algn="just"/>
            <a:r>
              <a:rPr lang="en-IN" sz="2400" b="1" dirty="0"/>
              <a:t>Patient Data Collection</a:t>
            </a:r>
            <a:r>
              <a:rPr lang="en-IN" sz="2400" dirty="0"/>
              <a:t> — Completed</a:t>
            </a:r>
          </a:p>
          <a:p>
            <a:pPr lvl="0" algn="just"/>
            <a:r>
              <a:rPr lang="en-IN" sz="2400" b="1" dirty="0"/>
              <a:t>Patient Requirement Analysis (Rule-Based AI)</a:t>
            </a:r>
            <a:r>
              <a:rPr lang="en-IN" sz="2400" dirty="0"/>
              <a:t> — Completed</a:t>
            </a:r>
          </a:p>
          <a:p>
            <a:pPr lvl="0" algn="just"/>
            <a:r>
              <a:rPr lang="en-IN" sz="2400" b="1" dirty="0"/>
              <a:t>Hospital Evaluation and Ranking</a:t>
            </a:r>
            <a:r>
              <a:rPr lang="en-IN" sz="2400" dirty="0"/>
              <a:t> — Completed</a:t>
            </a:r>
          </a:p>
          <a:p>
            <a:pPr lvl="0" algn="just"/>
            <a:r>
              <a:rPr lang="en-IN" sz="2400" b="1" dirty="0"/>
              <a:t>Referral Recommendation and Explanation</a:t>
            </a:r>
            <a:r>
              <a:rPr lang="en-IN" sz="2400" dirty="0"/>
              <a:t> — Completed</a:t>
            </a:r>
          </a:p>
          <a:p>
            <a:pPr lvl="0" algn="just"/>
            <a:r>
              <a:rPr lang="en-IN" sz="2400" b="1" dirty="0"/>
              <a:t>Hospital Administration and Database Management</a:t>
            </a:r>
            <a:r>
              <a:rPr lang="en-IN" sz="2400" dirty="0"/>
              <a:t> — Completed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1FB8A32-7B17-801E-3467-534AE45A2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492999"/>
              </p:ext>
            </p:extLst>
          </p:nvPr>
        </p:nvGraphicFramePr>
        <p:xfrm>
          <a:off x="755650" y="1752600"/>
          <a:ext cx="10668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2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Module Interaction &amp; Workflow</a:t>
            </a:r>
          </a:p>
          <a:p>
            <a:pPr lvl="0"/>
            <a:r>
              <a:rPr lang="en-IN" sz="2400" b="1" dirty="0"/>
              <a:t>Flow:</a:t>
            </a:r>
            <a:r>
              <a:rPr lang="en-IN" sz="2400" dirty="0"/>
              <a:t> Patient Data → AI Analysis → Hospital Ranking → Referral → Administration</a:t>
            </a:r>
          </a:p>
          <a:p>
            <a:pPr lvl="0"/>
            <a:r>
              <a:rPr lang="en-IN" sz="2400" b="1" dirty="0"/>
              <a:t>Key Logic:</a:t>
            </a:r>
            <a:r>
              <a:rPr lang="en-IN" sz="2400" dirty="0"/>
              <a:t> </a:t>
            </a:r>
            <a:r>
              <a:rPr lang="en-IN" sz="2400" dirty="0" err="1"/>
              <a:t>Analyze</a:t>
            </a:r>
            <a:r>
              <a:rPr lang="en-IN" sz="2400" dirty="0"/>
              <a:t> symptoms, calculate hospital scores, validate referrals and update status.</a:t>
            </a:r>
          </a:p>
          <a:p>
            <a:pPr lvl="0"/>
            <a:r>
              <a:rPr lang="en-IN" sz="2400" b="1" dirty="0"/>
              <a:t>Interaction:</a:t>
            </a:r>
            <a:r>
              <a:rPr lang="en-IN" sz="2400" dirty="0"/>
              <a:t> Hospital availability updates affect subsequent rankings.</a:t>
            </a:r>
          </a:p>
          <a:p>
            <a:pPr lvl="0"/>
            <a:r>
              <a:rPr lang="en-IN" sz="2400" b="1" dirty="0"/>
              <a:t>Status:</a:t>
            </a:r>
            <a:r>
              <a:rPr lang="en-IN" sz="2400" dirty="0"/>
              <a:t> All five modules implemented.</a:t>
            </a:r>
          </a:p>
          <a:p>
            <a:pPr lvl="0"/>
            <a:r>
              <a:rPr lang="en-IN" sz="2400" b="1" dirty="0"/>
              <a:t>Testing:</a:t>
            </a:r>
            <a:r>
              <a:rPr lang="en-IN" sz="2400" dirty="0"/>
              <a:t> 9 scenario tests passed using synthetic data.</a:t>
            </a: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Testing:</a:t>
            </a:r>
            <a:r>
              <a:rPr lang="en-IN" sz="2400" dirty="0"/>
              <a:t> 9/9 scenario tests passed.</a:t>
            </a:r>
          </a:p>
          <a:p>
            <a:pPr lvl="0"/>
            <a:r>
              <a:rPr lang="en-IN" sz="2400" b="1" dirty="0"/>
              <a:t>AI Analysis:</a:t>
            </a:r>
            <a:r>
              <a:rPr lang="en-IN" sz="2400" dirty="0"/>
              <a:t> Correct expected specialty in 5 symptom scenarios.</a:t>
            </a:r>
          </a:p>
          <a:p>
            <a:pPr lvl="0"/>
            <a:r>
              <a:rPr lang="en-IN" sz="2400" b="1" dirty="0"/>
              <a:t>Hospital Ranking:</a:t>
            </a:r>
            <a:r>
              <a:rPr lang="en-IN" sz="2400" dirty="0"/>
              <a:t> Weighted scoring and availability updates worked as expected.</a:t>
            </a:r>
          </a:p>
          <a:p>
            <a:pPr lvl="0"/>
            <a:r>
              <a:rPr lang="en-IN" sz="2400" b="1" dirty="0"/>
              <a:t>Referral Workflow:</a:t>
            </a:r>
            <a:r>
              <a:rPr lang="en-IN" sz="2400" dirty="0"/>
              <a:t> Confirmation, acceptance and rejection tested successfully.</a:t>
            </a:r>
          </a:p>
          <a:p>
            <a:pPr lvl="0"/>
            <a:r>
              <a:rPr lang="en-IN" sz="2400" b="1" dirty="0"/>
              <a:t>Performance:</a:t>
            </a:r>
            <a:r>
              <a:rPr lang="en-IN" sz="2400" dirty="0"/>
              <a:t> Analysis and ranking averaged 0.14 </a:t>
            </a:r>
            <a:r>
              <a:rPr lang="en-IN" sz="2400" dirty="0" err="1"/>
              <a:t>ms</a:t>
            </a:r>
            <a:r>
              <a:rPr lang="en-IN" sz="2400" dirty="0"/>
              <a:t>.</a:t>
            </a:r>
          </a:p>
          <a:p>
            <a:pPr lvl="0"/>
            <a:r>
              <a:rPr lang="en-IN" sz="2400" b="1" dirty="0"/>
              <a:t>Baseline:</a:t>
            </a:r>
            <a:r>
              <a:rPr lang="en-IN" sz="2400" dirty="0"/>
              <a:t> Supports dynamic ranking and referral tracking beyond a static directory.</a:t>
            </a:r>
          </a:p>
          <a:p>
            <a:pPr lvl="0"/>
            <a:r>
              <a:rPr lang="en-IN" sz="2400" b="1" dirty="0"/>
              <a:t>Limitation:</a:t>
            </a:r>
            <a:r>
              <a:rPr lang="en-IN" sz="2400" dirty="0"/>
              <a:t> Synthetic data; clinical accuracy not validated.</a:t>
            </a: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419B32-187D-8E97-FE20-C9E40FC7C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729" t="4966" r="30276" b="5598"/>
          <a:stretch>
            <a:fillRect/>
          </a:stretch>
        </p:blipFill>
        <p:spPr>
          <a:xfrm>
            <a:off x="766233" y="1700808"/>
            <a:ext cx="3217664" cy="3816424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E66C2F-46DA-AFA0-9CEC-5E5D61EA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099" y="1731059"/>
            <a:ext cx="4745766" cy="20934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55AD76-A67B-A3DB-597C-6B02479BC5F7}"/>
              </a:ext>
            </a:extLst>
          </p:cNvPr>
          <p:cNvSpPr txBox="1"/>
          <p:nvPr/>
        </p:nvSpPr>
        <p:spPr>
          <a:xfrm>
            <a:off x="5231904" y="3756833"/>
            <a:ext cx="40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Analysis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C6785A-4480-F5E7-4417-A77CE4E93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142" y="4101011"/>
            <a:ext cx="4621064" cy="19595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D38873-9F19-6528-544B-2E7FC14BD485}"/>
              </a:ext>
            </a:extLst>
          </p:cNvPr>
          <p:cNvSpPr txBox="1"/>
          <p:nvPr/>
        </p:nvSpPr>
        <p:spPr>
          <a:xfrm>
            <a:off x="1199456" y="5697214"/>
            <a:ext cx="264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Page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AA49207-C8C4-C329-44D5-96AE77080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7792" y="1596028"/>
            <a:ext cx="2923740" cy="35896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F1C6AAA-29A8-F2AC-E71C-47E624774E69}"/>
              </a:ext>
            </a:extLst>
          </p:cNvPr>
          <p:cNvSpPr txBox="1"/>
          <p:nvPr/>
        </p:nvSpPr>
        <p:spPr>
          <a:xfrm>
            <a:off x="9696400" y="537036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Referral History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Map Integration:</a:t>
            </a:r>
            <a:r>
              <a:rPr lang="en-IN" sz="2400" dirty="0"/>
              <a:t> Used OpenStreetMap/OSRM with an offline fallback.</a:t>
            </a:r>
          </a:p>
          <a:p>
            <a:pPr lvl="0"/>
            <a:r>
              <a:rPr lang="en-IN" sz="2400" b="1" dirty="0"/>
              <a:t>Distance Accuracy:</a:t>
            </a:r>
            <a:r>
              <a:rPr lang="en-IN" sz="2400" dirty="0"/>
              <a:t> Uses straight-line distance, not road distance or live traffic.</a:t>
            </a:r>
          </a:p>
          <a:p>
            <a:pPr lvl="0"/>
            <a:r>
              <a:rPr lang="en-IN" sz="2400" b="1" dirty="0"/>
              <a:t>Rule-Based AI:</a:t>
            </a:r>
            <a:r>
              <a:rPr lang="en-IN" sz="2400" dirty="0"/>
              <a:t> Unrecognized symptoms return “Insufficient information.”</a:t>
            </a:r>
          </a:p>
          <a:p>
            <a:pPr lvl="0"/>
            <a:r>
              <a:rPr lang="en-IN" sz="2400" b="1" dirty="0"/>
              <a:t>Data &amp; Scalability:</a:t>
            </a:r>
            <a:r>
              <a:rPr lang="en-IN" sz="2400" dirty="0"/>
              <a:t> Synthetic data; concurrent load and scalability remain untested.</a:t>
            </a:r>
          </a:p>
          <a:p>
            <a:pPr lvl="0"/>
            <a:r>
              <a:rPr lang="en-IN" sz="2400" b="1" dirty="0"/>
              <a:t>Database:</a:t>
            </a:r>
            <a:r>
              <a:rPr lang="en-IN" sz="2400" dirty="0"/>
              <a:t> Basic migration support; full schema versioning remains pending.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Milestone 1:</a:t>
            </a:r>
            <a:r>
              <a:rPr lang="en-IN" sz="2400" dirty="0"/>
              <a:t> Final system testing and bug fixes</a:t>
            </a:r>
          </a:p>
          <a:p>
            <a:pPr lvl="0"/>
            <a:r>
              <a:rPr lang="en-IN" sz="2400" b="1" dirty="0"/>
              <a:t>Milestone 2:</a:t>
            </a:r>
            <a:r>
              <a:rPr lang="en-IN" sz="2400" dirty="0"/>
              <a:t> Evaluate results and document limitations</a:t>
            </a:r>
          </a:p>
          <a:p>
            <a:pPr lvl="0"/>
            <a:r>
              <a:rPr lang="en-IN" sz="2400" b="1" dirty="0"/>
              <a:t>Milestone 3:</a:t>
            </a:r>
            <a:r>
              <a:rPr lang="en-IN" sz="2400" dirty="0"/>
              <a:t> Complete project report and screenshots</a:t>
            </a:r>
          </a:p>
          <a:p>
            <a:pPr lvl="0"/>
            <a:r>
              <a:rPr lang="en-IN" sz="2400" b="1" dirty="0"/>
              <a:t>Milestone 4:</a:t>
            </a:r>
            <a:r>
              <a:rPr lang="en-IN" sz="2400" dirty="0"/>
              <a:t> Prepare slides and rehearse demo</a:t>
            </a:r>
          </a:p>
          <a:p>
            <a:pPr marL="0" indent="0">
              <a:buNone/>
            </a:pPr>
            <a:r>
              <a:rPr lang="en-IN" sz="2400" b="1" dirty="0"/>
              <a:t>Status:</a:t>
            </a:r>
            <a:r>
              <a:rPr lang="en-IN" sz="2400" dirty="0"/>
              <a:t> Core implementation and scenario testing completed.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References</a:t>
            </a:r>
          </a:p>
          <a:p>
            <a:pPr lvl="0"/>
            <a:r>
              <a:rPr lang="en-IN" sz="2400" dirty="0"/>
              <a:t>Chi, Street &amp; Ward — Machine Learning and Hospital Selection.</a:t>
            </a:r>
          </a:p>
          <a:p>
            <a:pPr lvl="0"/>
            <a:r>
              <a:rPr lang="en-IN" sz="2400" dirty="0"/>
              <a:t>Abdel-Hafez et al. — Machine Learning for Referral Triage.</a:t>
            </a:r>
          </a:p>
          <a:p>
            <a:pPr lvl="0"/>
            <a:r>
              <a:rPr lang="en-IN" sz="2400" dirty="0"/>
              <a:t>Määttä et al. — Emergency Department Decision Support.</a:t>
            </a:r>
          </a:p>
          <a:p>
            <a:pPr lvl="0"/>
            <a:r>
              <a:rPr lang="en-IN" sz="2400" dirty="0"/>
              <a:t>Omotosho et al. — Multi-Criteria Healthcare Provider Selection.</a:t>
            </a:r>
          </a:p>
          <a:p>
            <a:pPr lvl="0"/>
            <a:r>
              <a:rPr lang="en-IN" sz="2400" dirty="0" err="1"/>
              <a:t>Semigran</a:t>
            </a:r>
            <a:r>
              <a:rPr lang="en-IN" sz="2400" dirty="0"/>
              <a:t> et al. — Evaluation of Online Symptom Checkers.</a:t>
            </a:r>
          </a:p>
          <a:p>
            <a:pPr lvl="0"/>
            <a:r>
              <a:rPr lang="en-IN" sz="2400" dirty="0"/>
              <a:t>Node.js, Express.js, SQLite, Leaflet and OpenStreetMap/OSRM documentation.</a:t>
            </a:r>
          </a:p>
          <a:p>
            <a:pPr marL="0" indent="0">
              <a:buNone/>
            </a:pPr>
            <a:r>
              <a:rPr lang="en-IN" sz="2400" b="1" dirty="0"/>
              <a:t>Citation Style:</a:t>
            </a:r>
            <a:r>
              <a:rPr lang="en-IN" sz="2400" dirty="0"/>
              <a:t> IEEE</a:t>
            </a: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1277</Words>
  <Application>Microsoft Office PowerPoint</Application>
  <PresentationFormat>Widescreen</PresentationFormat>
  <Paragraphs>177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Dhanalakshmi C</cp:lastModifiedBy>
  <cp:revision>17</cp:revision>
  <dcterms:modified xsi:type="dcterms:W3CDTF">2026-10-14T12:06:49Z</dcterms:modified>
</cp:coreProperties>
</file>